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9144000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6" roundtripDataSignature="AMtx7mjiH3Yjscde3Aj+GoO8Zuk1g6UY2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281488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1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:notes"/>
          <p:cNvSpPr txBox="1"/>
          <p:nvPr>
            <p:ph idx="12" type="sldNum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" name="Google Shape;82;p1:notes"/>
          <p:cNvSpPr txBox="1"/>
          <p:nvPr>
            <p:ph idx="11" type="ftr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Name of the faculty [Group: G00] [Sem:2nd]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67c50f99d_0_0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3e67c50f99d_0_0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67c50f99d_0_6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e67c50f99d_0_6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67c50f99d_0_12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e67c50f99d_0_12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67c50f99d_0_19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e67c50f99d_0_19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67c50f99d_0_25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e67c50f99d_0_25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e67c50f99d_0_32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e67c50f99d_0_32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67c50f99d_0_38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e67c50f99d_0_38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3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"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12"/>
          <p:cNvSpPr txBox="1"/>
          <p:nvPr>
            <p:ph idx="3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3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2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4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2"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3"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4"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5"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6"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.png"/><Relationship Id="rId2" Type="http://schemas.openxmlformats.org/officeDocument/2006/relationships/image" Target="../media/image2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4"/>
          <p:cNvSpPr/>
          <p:nvPr/>
        </p:nvSpPr>
        <p:spPr>
          <a:xfrm flipH="1" rot="10800000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OGO.gif" id="12" name="Google Shape;12;p4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3" name="Google Shape;13;p4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4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5" name="Google Shape;15;p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LOGO.gif" id="16" name="Google Shape;16;p4"/>
            <p:cNvPicPr preferRelativeResize="0"/>
            <p:nvPr/>
          </p:nvPicPr>
          <p:blipFill rotWithShape="1">
            <a:blip r:embed="rId1">
              <a:alphaModFix/>
            </a:blip>
            <a:srcRect b="10718" l="0" r="0" t="0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4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logo.jpg" id="18" name="Google Shape;1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9" name="Google Shape;19;p4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" name="Google Shape;20;p4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21" name="Google Shape;21;p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LOGO.gif" id="22" name="Google Shape;22;p4"/>
            <p:cNvPicPr preferRelativeResize="0"/>
            <p:nvPr/>
          </p:nvPicPr>
          <p:blipFill rotWithShape="1">
            <a:blip r:embed="rId1">
              <a:alphaModFix/>
            </a:blip>
            <a:srcRect b="10718" l="0" r="0" t="0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" name="Google Shape;23;p4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logo.jpg" id="24" name="Google Shape;24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4"/>
          <p:cNvSpPr txBox="1"/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0" y="840624"/>
            <a:ext cx="9144000" cy="58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Presentation of CO-OP Project at Industry (Module-2) (22CS421)</a:t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</a:t>
            </a:r>
            <a:endParaRPr/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Smart Billing Management System</a:t>
            </a:r>
            <a:endParaRPr sz="4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Full-Stack Web Application for Inventory Management, Billing &amp; Payments</a:t>
            </a:r>
            <a:endParaRPr sz="4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b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Avantika (2210990197)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742950" lvl="0" marL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Shiven Narang (2210990835)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742950" lvl="0" marL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Preksha Mahajan(2210992083)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742950" lvl="0" marL="0" rtl="0" algn="ctr">
              <a:spcBef>
                <a:spcPts val="40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Tanishq Garg (2210990899)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By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Dr. Rajat Takkar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Engineering, 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University, Punjab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2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Problem: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Small and medium businesses struggle with manual inventory tracking, handwritten invoices, and unorganized payment records, leading to errors, stock mismanagement, and revenue loss.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Objective: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 a web-based system that allows businesses to: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7429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 inventory with categories, stock alerts, and image uploads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7429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 professional invoices with tax and discount calculations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7429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Accept online payments via Razorpay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7429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View business analytics through a dashboard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7429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role-based access for admins and regular users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7429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based suggestions according to the purchased product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e67c50f99d_0_0"/>
          <p:cNvSpPr txBox="1"/>
          <p:nvPr/>
        </p:nvSpPr>
        <p:spPr>
          <a:xfrm>
            <a:off x="457200" y="0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Technologies Used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g3e67c50f99d_0_0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g3e67c50f99d_0_0"/>
          <p:cNvSpPr txBox="1"/>
          <p:nvPr/>
        </p:nvSpPr>
        <p:spPr>
          <a:xfrm>
            <a:off x="164008" y="1109742"/>
            <a:ext cx="88386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Frontend: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React.js (UI library)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Redux + Redux Persist (state management)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Tailwind CSS (styling)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Chart.js + react-chartjs-2 (analytics charts)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jsPDF (client-side PDF generation)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Axios (API calls)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Backend: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Node.js + Express.js (server framework)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MongoDB Atlas + Mongoose (database &amp; ODM)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JWT + bcryptjs (authentication &amp; password hashing)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Razorpay SDK (payment gateway)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Multer (file/image uploads)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Nodemailer (email notifications)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Google Generative AI: Gemini (AI product suggestions)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67c50f99d_0_6"/>
          <p:cNvSpPr txBox="1"/>
          <p:nvPr/>
        </p:nvSpPr>
        <p:spPr>
          <a:xfrm>
            <a:off x="457200" y="0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Architecture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g3e67c50f99d_0_6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5" name="Google Shape;105;g3e67c50f99d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37600"/>
            <a:ext cx="9144000" cy="5883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e67c50f99d_0_12"/>
          <p:cNvSpPr txBox="1"/>
          <p:nvPr/>
        </p:nvSpPr>
        <p:spPr>
          <a:xfrm>
            <a:off x="457200" y="0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Features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g3e67c50f99d_0_12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g3e67c50f99d_0_12"/>
          <p:cNvSpPr txBox="1"/>
          <p:nvPr/>
        </p:nvSpPr>
        <p:spPr>
          <a:xfrm>
            <a:off x="164008" y="1109742"/>
            <a:ext cx="88386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Authentication &amp; Authorization: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Signup/Login with JWT, Google OAuth, OTP verification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Password reset via email token (1-hour expiry)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Role-based access: Admin (max 2) vs User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Inventory Management: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CRUD with image upload (Multer — JPEG/PNG, 5MB limit)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Category → Subcategory hierarchy with cascade delete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Search (MongoDB $regex), Low stock alerts (qty &lt; 10), Restock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Billing &amp; Invoice: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Cart system with auto-calculated totals (Mongoose pre-save hook)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Invoice with tax (7%) and discount (5%) calculation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PDF generation (jsPDF) and email delivery (Nodemailer + html-pdf)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e67c50f99d_0_19"/>
          <p:cNvSpPr txBox="1"/>
          <p:nvPr/>
        </p:nvSpPr>
        <p:spPr>
          <a:xfrm>
            <a:off x="457200" y="0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Features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g3e67c50f99d_0_19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g3e67c50f99d_0_19"/>
          <p:cNvSpPr txBox="1"/>
          <p:nvPr/>
        </p:nvSpPr>
        <p:spPr>
          <a:xfrm>
            <a:off x="164008" y="1109742"/>
            <a:ext cx="88386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Payment Integration: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Razorpay checkout → HMAC SHA256 signature verification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Payment history (admin: all users, user: own payments)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Business Analytics (Admin):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KPI cards: new items, purchase value, sales value, total stock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Monthly sales &amp; purchase line charts (MongoDB aggregation pipeline)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Suggestions: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Google Gemini API recommends complementary products post-payment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Dark Mode: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App-wide theme toggle using React Context API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e67c50f99d_0_25"/>
          <p:cNvSpPr txBox="1"/>
          <p:nvPr/>
        </p:nvSpPr>
        <p:spPr>
          <a:xfrm>
            <a:off x="457200" y="0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Design (ER Overview)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g3e67c50f99d_0_25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6" name="Google Shape;126;g3e67c50f99d_0_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37600"/>
            <a:ext cx="9143999" cy="588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e67c50f99d_0_32"/>
          <p:cNvSpPr txBox="1"/>
          <p:nvPr/>
        </p:nvSpPr>
        <p:spPr>
          <a:xfrm>
            <a:off x="457200" y="0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g3e67c50f99d_0_32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g3e67c50f99d_0_32"/>
          <p:cNvSpPr txBox="1"/>
          <p:nvPr/>
        </p:nvSpPr>
        <p:spPr>
          <a:xfrm>
            <a:off x="164008" y="1109742"/>
            <a:ext cx="88386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Smart Billing Management System successfully addresses the core pain points faced by small and medium businesses: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manual billing errors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disorganized inventory, and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fragmented payment tracking.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leveraging the MERN stack, the system delivers a unified, role-based platform that automates invoice generation, integrates secure online payments via Razorpay, and provides real-time business analytics.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addition of Google Gemini-powered AI suggestions adds a layer of intelligent upselling that goes beyond traditional billing software.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Overall, the project demonstrates how modern full-stack development combined with AI can meaningfully improve retail and inventory operations.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67c50f99d_0_38"/>
          <p:cNvSpPr txBox="1"/>
          <p:nvPr/>
        </p:nvSpPr>
        <p:spPr>
          <a:xfrm>
            <a:off x="457200" y="0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Scope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g3e67c50f99d_0_38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g3e67c50f99d_0_38"/>
          <p:cNvSpPr txBox="1"/>
          <p:nvPr/>
        </p:nvSpPr>
        <p:spPr>
          <a:xfrm>
            <a:off x="164008" y="1109742"/>
            <a:ext cx="88386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Mobile Application: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Developing a React Native or Flutter app to allow on-the-go inventory management and billing from smartphones, especially useful for field staff.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Barcode/QR Code Scanning: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Integrating a barcode scanner for faster product lookup and checkout, reducing manual entry errors at the point of sale.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Multi-store/Multi-branch Support: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Extendinf the system to manage multiple store locations under a single admin account with centralized analytics.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GST-Compliant Invoicing: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Adding GST number support, HSN codes, and GSTIN-based tax breakdowns to make invoices legally compliant for Indian businesses.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Demand Forecasting with ML: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Using historical sales data to predict future stock requirements, helping businesses avoid both overstocking and stockouts.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b="0" i="0" sz="5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p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2010-04-09T07:36:15Z</dcterms:created>
  <dc:creator>ABC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